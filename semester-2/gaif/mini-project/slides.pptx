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70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7" r:id="rId11"/>
    <p:sldId id="264" r:id="rId12"/>
    <p:sldId id="269" r:id="rId13"/>
    <p:sldId id="268" r:id="rId14"/>
    <p:sldId id="263" r:id="rId15"/>
    <p:sldId id="256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CAB20-9B2D-4980-87EE-999B8F91054D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D9DB1-505A-42E3-A61E-B12EBA893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Hello everyone, and welcome to our presentation. Today, we will introduce our mini-project for MAIE6000B, titled "GenAI for AML and Financial Fraud Investigations." Our solution leverages a powerful combination of Retrieval-Augmented Generation, or RAG, and Knowledge Graphs to transform how financial institutions tackle Anti-Money Laundering and fraud detection. Let's dive in.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B6295-CA1D-0334-A8CE-63E86CB98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159627-2EAB-C6D4-41C8-B26D85293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48A16-27FB-150D-728E-97A52820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3EEE5-DEB4-559C-7EDA-897885CB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DE0E7-976F-BA4A-B2A8-DE859FD2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51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6BD53-15E8-DD22-95B9-5A153CFE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40FC4-D0A2-5993-A775-D547D6D22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C9106-D40B-7520-6068-1F7EE5FC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DE6E94-0A47-28F3-7FBC-96883BE2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86FA9D-60C1-CF1D-34E5-9D18B0AD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28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6C634-8384-1D74-38C6-4AC51FDD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27242-B3D8-5C85-EAF9-4F4BBBDD7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82014-FF3F-10FF-4E1F-74D30D78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47B58-8619-E56B-D797-2853B6E1A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9C834-DBC0-6615-625D-0E1AB1B7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64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D0D51-5900-57CE-87EF-588F2443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33E54-6586-AE8D-6AB7-C537398FA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F44F0C-5EEC-D5FA-497D-CC4741CC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AFA92-EBF1-7F39-9FEF-DCA6FD58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164D7C-336C-E836-3053-ADA33A8D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7B05B8-09F7-FB3A-0BD7-6B2D518C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44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F46C3-F773-418A-8534-F6929BDB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908F5-08FD-23BC-78D8-64588C160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96FBA3-22E2-9F54-A821-507087AE0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27CCA7-7F41-A5B5-AEC7-927C266F2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12A818-F115-25D6-FE83-D18B3B055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97A0E4-D6EE-4F13-47BE-985CE5B5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62A182-012A-20E9-04B6-846121C2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56AE91-96DB-55CD-15E0-286ACCD8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8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FE3BA-5E8C-E6F9-2183-6604EFA0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3DF90E9-129F-9954-5850-576BC5CD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5302DC-74FA-1F95-8325-F09043EC5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0D49E-195B-123A-2ED0-C9D03397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7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760DAF-AB23-241D-35FC-A3CAACBE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4B4052-907D-85DE-7F71-589016B2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F25BC-52CB-0948-068E-BCA7D8B9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84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098F4-52A1-B200-E4C0-CF32A0798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BD5C71-E92F-6A02-23D2-BB81BA092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7B9F2-3787-5438-F442-1D9B7A899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A3A35-6AF3-5047-EC0F-281CFB37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928DEB-F301-D394-9948-ED1BAAA4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2D190B-A7A6-52EE-EB81-7C7522CC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1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866D1-632E-DD46-2422-4F529F468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811161-D825-9084-63F4-76CB52C06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4A76B2-B8D8-9740-1EBB-56798667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F7764-D3C9-A740-276B-DDAE46CA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8D1ADA-A6AC-78CA-C7B0-92473734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9FEC81-A033-5433-652E-25D3CE22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49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19FC2-64CA-C3A8-7060-B5D6EC8E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6AC70C-B67C-5EAE-F74D-3D7229096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F8CC08-4A8D-2ECD-7321-B146BE6D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0A7D4-4DA4-2B87-AB0D-A6599250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F2512-D867-A8A0-82D7-9E29E5C0B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8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169D8C-FB66-86AA-3095-C4F5BF92F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A860E-7B15-144F-7042-118019134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B9285-353E-B801-A26B-D4B1FD04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D45AF1-ECAE-3926-E5AB-67C7EC0B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2091C-047F-DB9F-2BCB-73B20229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4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25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F0C2C9-8560-A8C8-653E-5701FD64A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3E180C-6401-C0FE-1C85-0EE374F16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E4C84-1278-4541-455B-6802BC2BE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283A1-FD36-4D23-88A4-0A3612CAE35B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C84C1-669D-85BB-CC1A-22790F076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17F52-936A-98FD-C812-F45BA3872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50AD40-89A9-4EB0-B46D-6BB0891E7B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9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305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07400" y="109728"/>
            <a:ext cx="3810000" cy="6858000"/>
          </a:xfrm>
          <a:prstGeom prst="roundRect">
            <a:avLst>
              <a:gd name="adj" fmla="val 0"/>
            </a:avLst>
          </a:prstGeom>
          <a:solidFill>
            <a:srgbClr val="D4AF3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382000" y="0"/>
            <a:ext cx="50800" cy="68580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685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GenAI for AML &amp;</a:t>
            </a:r>
            <a:b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Financial Fraud Investigations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685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D4AF37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RAG &amp; Knowledge Graph Driven Solution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2070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CBD5E0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MAIE6000B GenAI in Finance | Mini Project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788400" y="2286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Group Members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Shi Lintao</a:t>
            </a:r>
          </a:p>
          <a:p>
            <a:pPr marL="0" marR="0" lvl="0" indent="0" algn="ctr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altLang="zh-CN" sz="1400" kern="0" dirty="0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Ren Kaiyan</a:t>
            </a:r>
          </a:p>
          <a:p>
            <a:pPr algn="ctr">
              <a:lnSpc>
                <a:spcPct val="117000"/>
              </a:lnSpc>
              <a:buClr>
                <a:srgbClr val="000000"/>
              </a:buClr>
              <a:defRPr/>
            </a:pPr>
            <a:r>
              <a:rPr lang="en-US" sz="1400" kern="0" dirty="0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Wang Zhenghe</a:t>
            </a:r>
          </a:p>
          <a:p>
            <a:pPr algn="ctr">
              <a:lnSpc>
                <a:spcPct val="117000"/>
              </a:lnSpc>
              <a:buClr>
                <a:srgbClr val="000000"/>
              </a:buClr>
              <a:defRPr/>
            </a:pPr>
            <a:r>
              <a:rPr lang="en-US" sz="1400" kern="0" dirty="0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Zhao Wenzheng</a:t>
            </a:r>
          </a:p>
          <a:p>
            <a:pPr algn="ctr">
              <a:lnSpc>
                <a:spcPct val="117000"/>
              </a:lnSpc>
              <a:buClr>
                <a:srgbClr val="000000"/>
              </a:buClr>
              <a:defRPr/>
            </a:pPr>
            <a:endParaRPr lang="en-US" sz="1400" kern="0" dirty="0">
              <a:solidFill>
                <a:srgbClr val="E2E8F0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May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6665-D1FA-C297-AA7D-615310BA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12F7D657-0A51-C1C4-709E-A216BAA87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049" y="0"/>
            <a:ext cx="12243049" cy="703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5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5FD1F-4F05-9E89-1EA8-3B1C127C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FBEDC206-D354-D2EA-2641-3FC974959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97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1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685E-71F5-7B75-F02F-0B9932A1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AC7D09A1-94B7-B95F-1E92-E19424BA5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6770" cy="69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23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E644-9AA8-8B66-5775-E2E0C46F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B289D5A9-88A2-143D-95EF-32BAB824B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0421" cy="700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4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E305-37CA-657F-EBBB-4F581578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01B65367-AB26-FCFD-98B0-4731E0366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5866" cy="699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8FBD-9ABB-9FF8-E347-1CE850E1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64055AF8-5019-9534-6009-0966BFA60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00751" cy="701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64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8BF6-914B-1047-7A16-DEC6DC90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4BCDFD7-275F-2CFE-4DE5-0E24A4DD9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0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6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F209B-F9BC-CC09-7787-FCF21F54F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1C90B19-1E3D-2D7A-8AA8-C254B1BE9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98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46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550C-E182-DFB5-E4DD-B12571C5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E945B1DA-0380-0057-9396-16A1979B5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4565" cy="69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82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EABF-E36F-8D0E-8FA1-13FB3A1A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AD265BC-0F6A-5A14-0C9D-7CB2FB44F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7840" cy="700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BEB2-3683-1BBD-BB2B-5469BEC6F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0A528E7-22F9-1C3F-8A14-625DDA6EA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8384" cy="69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00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1772-83C8-9823-6B42-58B217D93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205499F-CDD2-EF55-391E-BC1C92506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6967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7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70219A-0CE5-7CEA-0487-3B65D3876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12192001" cy="695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78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0D0095-3419-18AF-ACBA-1D3980A86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7761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76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022041-2662-594B-F56D-BAD83B67E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00773" cy="69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06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A5081E-F9D0-9990-505F-8856B5DAA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3" y="0"/>
            <a:ext cx="12082937" cy="69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83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13FA58-BA75-E2D7-7C5F-72A95F728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525" cy="698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D34FE8-5260-0A12-6D26-96393EFB3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881" cy="69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28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2DEE9F6-6A6E-D879-7DD8-66A925D41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9459" cy="697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43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99</Words>
  <Application>Microsoft Office PowerPoint</Application>
  <PresentationFormat>宽屏</PresentationFormat>
  <Paragraphs>13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Noto Sans SC</vt:lpstr>
      <vt:lpstr>等线</vt:lpstr>
      <vt:lpstr>等线 Light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 Kaiyan</dc:creator>
  <cp:lastModifiedBy>REN Kaiyan</cp:lastModifiedBy>
  <cp:revision>5</cp:revision>
  <dcterms:created xsi:type="dcterms:W3CDTF">2026-05-14T06:58:10Z</dcterms:created>
  <dcterms:modified xsi:type="dcterms:W3CDTF">2026-05-14T07:38:58Z</dcterms:modified>
</cp:coreProperties>
</file>